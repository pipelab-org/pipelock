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Quarterly report</a:t>
            </a:r>
          </a:p>
          <a:p>
            <a:pPr lvl="0" indent="0" marL="0">
              <a:buNone/>
            </a:pPr>
            <a:r>
              <a:rPr/>
              <a:t>Revenue grew modestly.</a:t>
            </a:r>
          </a:p>
          <a:p>
            <a:pPr lvl="0" indent="0" marL="0">
              <a:buNone/>
            </a:pPr>
            <a:r>
              <a:rPr/>
              <a:t>Deployment key: AKIAQ9W8E7R6T5Y4U3I2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2026-10-31T02:04:42Z</dcterms:created>
  <dcterms:modified xsi:type="dcterms:W3CDTF">2026-10-31T02:04:42Z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